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9646"/>
    <a:srgbClr val="062C43"/>
    <a:srgbClr val="118581"/>
    <a:srgbClr val="AC2874"/>
    <a:srgbClr val="AD9252"/>
    <a:srgbClr val="FCCC32"/>
    <a:srgbClr val="59A74B"/>
    <a:srgbClr val="F27830"/>
    <a:srgbClr val="21B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4658"/>
  </p:normalViewPr>
  <p:slideViewPr>
    <p:cSldViewPr snapToGrid="0" snapToObjects="1">
      <p:cViewPr varScale="1">
        <p:scale>
          <a:sx n="128" d="100"/>
          <a:sy n="128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28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715F9-8720-F44E-9F6A-C68024FBDE77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F6473-E1B8-544E-951B-BC9B4833F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7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6118-0840-574D-AD0F-62FBB748D1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61840" y="774132"/>
            <a:ext cx="4263136" cy="1879616"/>
          </a:xfrm>
        </p:spPr>
        <p:txBody>
          <a:bodyPr anchor="b">
            <a:normAutofit/>
          </a:bodyPr>
          <a:lstStyle>
            <a:lvl1pPr algn="l"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EA0A7-1E73-F64D-9AC7-B8EFBCA6B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1840" y="3488441"/>
            <a:ext cx="3820634" cy="8530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947E7-DACC-CA46-9951-175FD059B99E}"/>
              </a:ext>
            </a:extLst>
          </p:cNvPr>
          <p:cNvSpPr/>
          <p:nvPr userDrawn="1"/>
        </p:nvSpPr>
        <p:spPr>
          <a:xfrm>
            <a:off x="627321" y="-17862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F14B05-EF61-4345-AA4C-35FDA321C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511BA-1293-D749-88D7-6A305352B3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9946" y="-9427"/>
            <a:ext cx="6792373" cy="68674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AC819E9-38D1-FF48-8369-874ED919D343}"/>
              </a:ext>
            </a:extLst>
          </p:cNvPr>
          <p:cNvSpPr/>
          <p:nvPr userDrawn="1"/>
        </p:nvSpPr>
        <p:spPr>
          <a:xfrm>
            <a:off x="7585187" y="2740442"/>
            <a:ext cx="510363" cy="101489"/>
          </a:xfrm>
          <a:prstGeom prst="rect">
            <a:avLst/>
          </a:prstGeom>
          <a:solidFill>
            <a:srgbClr val="5A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AD36D-6FCB-4E49-B2B2-52DB7184E4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2482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98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53" y="365125"/>
            <a:ext cx="10977744" cy="666233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55553" y="1531088"/>
            <a:ext cx="10735723" cy="464587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384" y="5735570"/>
            <a:ext cx="1323000" cy="86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FC56F4-8756-D24E-843C-DEF7012E3D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1549" y="-10510"/>
            <a:ext cx="1167955" cy="69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2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6118-0840-574D-AD0F-62FBB748D1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7987" y="1817520"/>
            <a:ext cx="3540643" cy="1381125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947E7-DACC-CA46-9951-175FD059B99E}"/>
              </a:ext>
            </a:extLst>
          </p:cNvPr>
          <p:cNvSpPr/>
          <p:nvPr userDrawn="1"/>
        </p:nvSpPr>
        <p:spPr>
          <a:xfrm>
            <a:off x="627321" y="-17862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0C40EB-9722-8244-8C4B-58C77EAC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6C6409-780F-2E42-A10A-2D119A4CE1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-21772"/>
            <a:ext cx="2502124" cy="691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D26ADAA-A976-7E46-9C6E-AAB46C1CD48F}"/>
              </a:ext>
            </a:extLst>
          </p:cNvPr>
          <p:cNvSpPr/>
          <p:nvPr userDrawn="1"/>
        </p:nvSpPr>
        <p:spPr>
          <a:xfrm>
            <a:off x="3117620" y="3275556"/>
            <a:ext cx="510363" cy="101489"/>
          </a:xfrm>
          <a:prstGeom prst="rect">
            <a:avLst/>
          </a:prstGeom>
          <a:solidFill>
            <a:srgbClr val="5A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52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mall_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53" y="365125"/>
            <a:ext cx="10977744" cy="666233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55553" y="1531088"/>
            <a:ext cx="10735723" cy="4645875"/>
          </a:xfr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  <a:lvl2pPr>
              <a:defRPr sz="800">
                <a:solidFill>
                  <a:schemeClr val="tx1"/>
                </a:solidFill>
              </a:defRPr>
            </a:lvl2pPr>
            <a:lvl3pPr>
              <a:defRPr sz="800">
                <a:solidFill>
                  <a:schemeClr val="tx1"/>
                </a:solidFill>
              </a:defRPr>
            </a:lvl3pPr>
            <a:lvl4pPr>
              <a:defRPr sz="800">
                <a:solidFill>
                  <a:schemeClr val="tx1"/>
                </a:solidFill>
              </a:defRPr>
            </a:lvl4pPr>
            <a:lvl5pP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384" y="5735570"/>
            <a:ext cx="1323000" cy="86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FC56F4-8756-D24E-843C-DEF7012E3D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1549" y="-10510"/>
            <a:ext cx="1167955" cy="69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6118-0840-574D-AD0F-62FBB748D1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7987" y="1817520"/>
            <a:ext cx="3540643" cy="1381125"/>
          </a:xfrm>
        </p:spPr>
        <p:txBody>
          <a:bodyPr anchor="b">
            <a:normAutofit/>
          </a:bodyPr>
          <a:lstStyle>
            <a:lvl1pPr algn="l"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947E7-DACC-CA46-9951-175FD059B99E}"/>
              </a:ext>
            </a:extLst>
          </p:cNvPr>
          <p:cNvSpPr/>
          <p:nvPr userDrawn="1"/>
        </p:nvSpPr>
        <p:spPr>
          <a:xfrm>
            <a:off x="627321" y="-17862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50C40EB-9722-8244-8C4B-58C77EAC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6C6409-780F-2E42-A10A-2D119A4CE1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719" y="-21772"/>
            <a:ext cx="2498659" cy="6912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A81E69F-2BEC-8F47-A3E3-8D303116424B}"/>
              </a:ext>
            </a:extLst>
          </p:cNvPr>
          <p:cNvSpPr/>
          <p:nvPr userDrawn="1"/>
        </p:nvSpPr>
        <p:spPr>
          <a:xfrm>
            <a:off x="3117620" y="3275556"/>
            <a:ext cx="510363" cy="101489"/>
          </a:xfrm>
          <a:prstGeom prst="rect">
            <a:avLst/>
          </a:prstGeom>
          <a:solidFill>
            <a:srgbClr val="5A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1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D0F3025-A031-3143-B45B-2EBE64C48C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2980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806118-0840-574D-AD0F-62FBB748D1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5005" y="1307738"/>
            <a:ext cx="3540643" cy="1381125"/>
          </a:xfrm>
        </p:spPr>
        <p:txBody>
          <a:bodyPr anchor="b" anchorCtr="0">
            <a:normAutofit/>
          </a:bodyPr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  <a:br>
              <a:rPr lang="en-US" dirty="0"/>
            </a:br>
            <a:r>
              <a:rPr lang="en-US" dirty="0"/>
              <a:t>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EA0A7-1E73-F64D-9AC7-B8EFBCA6B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23651" y="1311609"/>
            <a:ext cx="5903344" cy="4725200"/>
          </a:xfrm>
        </p:spPr>
        <p:txBody>
          <a:bodyPr/>
          <a:lstStyle>
            <a:lvl1pPr marL="457200" indent="-457200" algn="l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content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947E7-DACC-CA46-9951-175FD059B99E}"/>
              </a:ext>
            </a:extLst>
          </p:cNvPr>
          <p:cNvSpPr/>
          <p:nvPr userDrawn="1"/>
        </p:nvSpPr>
        <p:spPr>
          <a:xfrm>
            <a:off x="627321" y="-17862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801F86-E697-6C4F-88EA-99A60AD635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48EE3F-3194-284A-A9A0-E847CB070626}"/>
              </a:ext>
            </a:extLst>
          </p:cNvPr>
          <p:cNvSpPr/>
          <p:nvPr userDrawn="1"/>
        </p:nvSpPr>
        <p:spPr>
          <a:xfrm>
            <a:off x="862792" y="2781983"/>
            <a:ext cx="510363" cy="101489"/>
          </a:xfrm>
          <a:prstGeom prst="rect">
            <a:avLst/>
          </a:prstGeom>
          <a:solidFill>
            <a:srgbClr val="5A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2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F67BEE-258B-C141-90B4-2E378CC08F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677"/>
            <a:ext cx="5293930" cy="68526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1947E7-DACC-CA46-9951-175FD059B99E}"/>
              </a:ext>
            </a:extLst>
          </p:cNvPr>
          <p:cNvSpPr/>
          <p:nvPr userDrawn="1"/>
        </p:nvSpPr>
        <p:spPr>
          <a:xfrm>
            <a:off x="627321" y="-17862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CB0D29-95D8-134E-9377-26C7DDCE89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958" y="1817520"/>
            <a:ext cx="3540643" cy="1381125"/>
          </a:xfrm>
        </p:spPr>
        <p:txBody>
          <a:bodyPr anchor="b">
            <a:normAutofit/>
          </a:bodyPr>
          <a:lstStyle>
            <a:lvl1pPr algn="l"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D4AD1-C142-9648-8349-79535E702836}"/>
              </a:ext>
            </a:extLst>
          </p:cNvPr>
          <p:cNvSpPr/>
          <p:nvPr userDrawn="1"/>
        </p:nvSpPr>
        <p:spPr>
          <a:xfrm>
            <a:off x="5867887" y="3261485"/>
            <a:ext cx="510363" cy="101489"/>
          </a:xfrm>
          <a:prstGeom prst="rect">
            <a:avLst/>
          </a:prstGeom>
          <a:solidFill>
            <a:srgbClr val="5A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530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F67BEE-258B-C141-90B4-2E378CC08F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0391" y="-9738"/>
            <a:ext cx="5357551" cy="6876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1947E7-DACC-CA46-9951-175FD059B99E}"/>
              </a:ext>
            </a:extLst>
          </p:cNvPr>
          <p:cNvSpPr/>
          <p:nvPr userDrawn="1"/>
        </p:nvSpPr>
        <p:spPr>
          <a:xfrm>
            <a:off x="627321" y="-178627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CB0D29-95D8-134E-9377-26C7DDCE89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2958" y="1817520"/>
            <a:ext cx="3540643" cy="1381125"/>
          </a:xfrm>
        </p:spPr>
        <p:txBody>
          <a:bodyPr anchor="b">
            <a:normAutofit/>
          </a:bodyPr>
          <a:lstStyle>
            <a:lvl1pPr algn="l">
              <a:defRPr sz="3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SLIDE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D4AD1-C142-9648-8349-79535E702836}"/>
              </a:ext>
            </a:extLst>
          </p:cNvPr>
          <p:cNvSpPr/>
          <p:nvPr userDrawn="1"/>
        </p:nvSpPr>
        <p:spPr>
          <a:xfrm>
            <a:off x="5867887" y="3261485"/>
            <a:ext cx="510363" cy="101489"/>
          </a:xfrm>
          <a:prstGeom prst="rect">
            <a:avLst/>
          </a:prstGeom>
          <a:solidFill>
            <a:srgbClr val="062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5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4379495" cy="6858000"/>
          </a:xfrm>
          <a:prstGeom prst="rect">
            <a:avLst/>
          </a:prstGeom>
          <a:solidFill>
            <a:srgbClr val="062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79" y="365125"/>
            <a:ext cx="3463388" cy="850217"/>
          </a:xfrm>
        </p:spPr>
        <p:txBody>
          <a:bodyPr anchor="b" anchorCtr="0">
            <a:normAutofit/>
          </a:bodyPr>
          <a:lstStyle>
            <a:lvl1pPr>
              <a:defRPr sz="2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212" y="1531088"/>
            <a:ext cx="3463388" cy="4782732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566692-5016-B349-BD9B-BB0C554A858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79495" y="0"/>
            <a:ext cx="6026775" cy="6857999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7E07AA-F835-5247-94AF-8930E4371B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062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175" y="365125"/>
            <a:ext cx="11061790" cy="666233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175" y="1531088"/>
            <a:ext cx="11061790" cy="4645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8201" y="5760720"/>
            <a:ext cx="1297072" cy="83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1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392" y="365125"/>
            <a:ext cx="9962322" cy="666233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392" y="1531088"/>
            <a:ext cx="9962322" cy="46458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6A0B06-480A-F44A-8B85-346CF1834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4652" y="0"/>
            <a:ext cx="1895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384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63750-C6D6-9140-B23A-412FC9B93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6408" y="1240835"/>
            <a:ext cx="5181600" cy="518123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9DD4EAB-EE77-A640-8BFE-C74B32D55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533" y="1240835"/>
            <a:ext cx="5181600" cy="51812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4EFE0C0-0926-4B46-A65E-069D8E84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6F284E-B08A-7047-A440-A30BAA91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07" y="365125"/>
            <a:ext cx="10545725" cy="6662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384" y="5735570"/>
            <a:ext cx="1323000" cy="86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3AEAEB-E192-E44E-BDBB-DB33F7EE65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1549" y="-10510"/>
            <a:ext cx="1167955" cy="69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99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392" y="365125"/>
            <a:ext cx="9962322" cy="666233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392" y="1531088"/>
            <a:ext cx="9962322" cy="46458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6A0B06-480A-F44A-8B85-346CF18347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4653" y="0"/>
            <a:ext cx="1910400" cy="69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16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1292-24AE-5F41-8820-196C7D8E3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53" y="365125"/>
            <a:ext cx="10977744" cy="666233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6DDB-3364-1B41-9729-DB3686A7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553" y="1531088"/>
            <a:ext cx="10735723" cy="46458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B221DBE-BC54-6C4C-BA1C-95E280B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384" y="5735570"/>
            <a:ext cx="1323000" cy="86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FC56F4-8756-D24E-843C-DEF7012E3D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1549" y="-5724"/>
            <a:ext cx="1167956" cy="690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16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63750-C6D6-9140-B23A-412FC9B93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6408" y="1240835"/>
            <a:ext cx="5181600" cy="518123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9DD4EAB-EE77-A640-8BFE-C74B32D55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533" y="1240835"/>
            <a:ext cx="5181600" cy="518123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4EFE0C0-0926-4B46-A65E-069D8E84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6F284E-B08A-7047-A440-A30BAA91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07" y="365125"/>
            <a:ext cx="10545725" cy="6662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384" y="5735570"/>
            <a:ext cx="1323000" cy="86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D15360-2D94-AC48-AA2D-C98A0E079A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31549" y="-5724"/>
            <a:ext cx="1167956" cy="690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195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0301177" cy="6858000"/>
          </a:xfrm>
          <a:prstGeom prst="rect">
            <a:avLst/>
          </a:prstGeom>
          <a:solidFill>
            <a:srgbClr val="062C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7B6B1A4-849A-4C4E-B215-DB418764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1A8B892-E644-5B4F-AB39-6FBAE1EE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026" y="365125"/>
            <a:ext cx="9630558" cy="722895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40C788-F559-3848-8492-851BB3AF3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025" y="1371600"/>
            <a:ext cx="9630558" cy="48602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846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93AF17-BFE0-534F-9F37-44A4F67F194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301176" cy="685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7B6B1A4-849A-4C4E-B215-DB4187648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57977" y="6313820"/>
            <a:ext cx="2743200" cy="365125"/>
          </a:xfrm>
        </p:spPr>
        <p:txBody>
          <a:bodyPr/>
          <a:lstStyle>
            <a:lvl1pPr>
              <a:defRPr sz="1100"/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761" y="5696053"/>
            <a:ext cx="1439953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92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69F5C5-D4EE-5445-9306-1D9E7517F24E}"/>
              </a:ext>
            </a:extLst>
          </p:cNvPr>
          <p:cNvSpPr/>
          <p:nvPr userDrawn="1"/>
        </p:nvSpPr>
        <p:spPr>
          <a:xfrm>
            <a:off x="1157469" y="0"/>
            <a:ext cx="11034532" cy="6858000"/>
          </a:xfrm>
          <a:prstGeom prst="rect">
            <a:avLst/>
          </a:prstGeom>
          <a:solidFill>
            <a:srgbClr val="062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E0EDA-5665-EF45-9088-19BB7F8B01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7252" y="5768053"/>
            <a:ext cx="1224838" cy="79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46887-13CA-0343-A183-2B7A755173B0}"/>
              </a:ext>
            </a:extLst>
          </p:cNvPr>
          <p:cNvSpPr txBox="1"/>
          <p:nvPr userDrawn="1"/>
        </p:nvSpPr>
        <p:spPr>
          <a:xfrm>
            <a:off x="3717282" y="1815737"/>
            <a:ext cx="71584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7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</a:t>
            </a:r>
            <a:br>
              <a:rPr lang="en-US" sz="57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7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EA8619-8B4E-C445-A8C2-CDFECA28A025}"/>
              </a:ext>
            </a:extLst>
          </p:cNvPr>
          <p:cNvSpPr/>
          <p:nvPr userDrawn="1"/>
        </p:nvSpPr>
        <p:spPr>
          <a:xfrm>
            <a:off x="3902436" y="3835044"/>
            <a:ext cx="510363" cy="101489"/>
          </a:xfrm>
          <a:prstGeom prst="rect">
            <a:avLst/>
          </a:prstGeom>
          <a:solidFill>
            <a:srgbClr val="5A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5D4E9A-5D85-8047-8F33-BE3C6F19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2482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9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60D6F-2EF1-E44B-85ED-CB36B7C7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C75E1-A95E-BC4E-B2D9-ABDFCA087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FD388-B48A-CC4B-BDDC-9D8B1FE61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47A0-10B7-294B-9972-14195E6FC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TOP SECRET, SECRET, CONFIDENTIAL, RESTRICTED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40C17-8DDF-6C41-B1A3-244CE1149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5DA3A08-9E66-614E-AAE5-F810EFDD6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7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8" r:id="rId2"/>
    <p:sldLayoutId id="2147483681" r:id="rId3"/>
    <p:sldLayoutId id="2147483686" r:id="rId4"/>
    <p:sldLayoutId id="2147483661" r:id="rId5"/>
    <p:sldLayoutId id="2147483660" r:id="rId6"/>
    <p:sldLayoutId id="2147483680" r:id="rId7"/>
    <p:sldLayoutId id="2147483682" r:id="rId8"/>
    <p:sldLayoutId id="2147483650" r:id="rId9"/>
    <p:sldLayoutId id="2147483663" r:id="rId10"/>
    <p:sldLayoutId id="2147483671" r:id="rId11"/>
    <p:sldLayoutId id="2147483679" r:id="rId12"/>
    <p:sldLayoutId id="2147483683" r:id="rId13"/>
    <p:sldLayoutId id="2147483684" r:id="rId14"/>
    <p:sldLayoutId id="2147483685" r:id="rId15"/>
    <p:sldLayoutId id="2147483665" r:id="rId16"/>
    <p:sldLayoutId id="2147483675" r:id="rId17"/>
    <p:sldLayoutId id="2147483670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9429-BEFC-2E4F-BEB6-79AE4E9CB2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FE089-CEDF-6C48-AA50-5444F8972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99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DEE8A-BE11-5349-B577-0B4934F34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E06F-5440-0A48-85A4-E22AC0380E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0C42F-3B1F-C046-A047-EC84AB0B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1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DE83-FBD6-1C4B-9801-0E5FFBCFD9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E59C4-C0B7-2043-988C-EA8EFAD4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4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9047-1923-E944-8481-A1F5E791F1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05859A-67EB-EC4E-9F60-F5817599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57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ABC54-612C-004A-96B6-1D89B8F8D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3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C406-716B-FC40-9E37-2EB7AF46F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6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ACD7-1F4D-1C40-A51C-1D7673DE8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9A3E-4068-9646-930F-F147B5444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9B3F2-8F35-5B41-82B3-E088BD5D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F95903-CD96-C544-A8FE-A8839CAF2C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1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0EB19-B08F-BB4A-9C40-05286EB9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7094-7F5C-2048-B882-770A07EBB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5D4D-9932-6A43-A2AE-69391E79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24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1E50-4078-4A40-AAB5-A98E22A29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C076B-0699-6F4E-8A56-180A4AFD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53723-D12F-1848-9E06-5F285ED8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4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BAE3-0256-1B46-88B7-657B5D04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09755-97B7-4245-B549-B6C581C1A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04CE8-3DEA-4548-9141-E14F2B09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72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24A33-1BC8-3B46-9CB8-F3C548A09B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963E8-E45E-E34E-BFF6-295987A2BE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751E0-9CC1-434E-96BF-6B5C1447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C28BB5-4095-E348-80F0-72E47D0E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30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7D23-5663-C74F-949C-F8372C084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5E1B-3F44-F741-87F3-6E80CB470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2A75B-1CA7-8042-999A-67AED4F7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267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C9DB-2A98-C342-9B16-CAFCFA39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115B-3139-DB4F-98F9-3BE5FEB15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FCC4C-5EEF-AE44-A260-35EBF486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9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E65395-0C01-784A-AD9D-0E79F5B3BD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2E8E9-A9AE-B64C-ACAA-6AB4C268CC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1184-A8B2-B14D-BADF-F7E4F13B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576D03-EE29-AA4E-8229-44A47E45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50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6962BB-DFBD-7F41-BCCB-D3F5C38C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757432-A674-3D4A-9524-7ED4CC6D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A7B7B-6455-C745-868A-7C553ED957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93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C249889-F914-A34E-AFD0-5BCBF25CF6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911A8-D7F9-1D41-B93E-01F5F2A6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A3A08-9E66-614E-AAE5-F810EFDD688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675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55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0c52299-74de-4dfd-b117-c9c408edfa50}" enabled="1" method="Standard" siteId="{853cbaab-a620-4178-8933-88d7641418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13</Words>
  <Application>Microsoft Macintosh PowerPoint</Application>
  <PresentationFormat>Widescreen</PresentationFormat>
  <Paragraphs>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Xolani Sibande</cp:lastModifiedBy>
  <cp:revision>68</cp:revision>
  <cp:lastPrinted>2020-08-13T13:03:07Z</cp:lastPrinted>
  <dcterms:created xsi:type="dcterms:W3CDTF">2020-03-17T15:18:49Z</dcterms:created>
  <dcterms:modified xsi:type="dcterms:W3CDTF">2026-02-16T08:58:01Z</dcterms:modified>
</cp:coreProperties>
</file>