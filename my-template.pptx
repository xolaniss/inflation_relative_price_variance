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9" autoAdjust="0"/>
    <p:restoredTop sz="94658" autoAdjust="0"/>
  </p:normalViewPr>
  <p:slideViewPr>
    <p:cSldViewPr snapToGrid="0" snapToObjects="1">
      <p:cViewPr varScale="1">
        <p:scale>
          <a:sx n="142" d="100"/>
          <a:sy n="142" d="100"/>
        </p:scale>
        <p:origin x="944" y="4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0c52299-74de-4dfd-b117-c9c408edfa50}" enabled="1" method="Standard" siteId="{853cbaab-a620-4178-8933-88d76414184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Xolani Sibande</cp:lastModifiedBy>
  <cp:revision>12</cp:revision>
  <dcterms:created xsi:type="dcterms:W3CDTF">2017-06-05T14:10:58Z</dcterms:created>
  <dcterms:modified xsi:type="dcterms:W3CDTF">2026-02-16T08:24:52Z</dcterms:modified>
</cp:coreProperties>
</file>